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2" d="100"/>
          <a:sy n="82" d="100"/>
        </p:scale>
        <p:origin x="696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640080"/>
            <a:ext cx="2103120" cy="2103120"/>
          </a:xfrm>
          <a:prstGeom prst="ellipse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1234440" cy="1234440"/>
          </a:xfrm>
          <a:prstGeom prst="ellipse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3200400"/>
            <a:ext cx="685800" cy="685800"/>
          </a:xfrm>
          <a:prstGeom prst="ellipse">
            <a:avLst/>
          </a:prstGeom>
          <a:solidFill>
            <a:srgbClr val="FFC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3840480"/>
            <a:ext cx="960120" cy="960120"/>
          </a:xfrm>
          <a:prstGeom prst="ellipse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32DCBE"/>
                </a:solidFill>
                <a:latin typeface="Aptos"/>
              </a:defRPr>
            </a:pPr>
            <a:r>
              <a:t>JAVA PROGRAMMING PROJECT  |  CO1–CO6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772400" cy="1600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3400" b="1">
                <a:solidFill>
                  <a:srgbClr val="F5F8FC"/>
                </a:solidFill>
                <a:latin typeface="Aptos"/>
              </a:defRPr>
            </a:pPr>
            <a:r>
              <a:t>CINEMA SEAT_x000B_BOOKING SYSTEM</a:t>
            </a:r>
            <a:br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3154680"/>
            <a:ext cx="6949440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800" b="0">
                <a:solidFill>
                  <a:srgbClr val="B2C2D6"/>
                </a:solidFill>
                <a:latin typeface="Aptos"/>
              </a:defRPr>
            </a:pPr>
            <a:r>
              <a:t>Choose a movie. Book your seats. Enjoy the show.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72000"/>
            <a:ext cx="6903720" cy="105156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4782312"/>
            <a:ext cx="6400800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K. Veneela Keerthi — 2620030599
Rushmitha — 2620030570</a:t>
            </a:r>
            <a:br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6309360"/>
            <a:ext cx="54864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900" b="1">
                <a:solidFill>
                  <a:srgbClr val="B2C2D6"/>
                </a:solidFill>
                <a:latin typeface="Aptos"/>
              </a:defRPr>
            </a:pPr>
            <a:r>
              <a:t>CSPG • JAVA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Abstract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CINEMA SEAT BOOKING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4944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6446520" cy="41605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A Java console application for selecting movies, showtimes and cinema seats.
•  Inputs: customer name, movie, showtime, seat numbers and ticket count.
•  Processing: validate choices, check seat availability and calculate ticket cost.
•  Outputs: booking details, total price, selected seats and booking status.
•  Booking records can be saved in a text file for later viewing.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FFC35A"/>
                </a:solidFill>
                <a:latin typeface="Aptos"/>
              </a:defRPr>
            </a:pPr>
            <a:r>
              <a:t>PROBLEM TO SOLVE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31720"/>
            <a:ext cx="3063240" cy="34290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t>Manual seat booking can cause confusion and duplicate bookings. This program organises seat selection and helps prevent booking seats that are already taken.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INPUT, DATA TYPES &amp;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CO1 — Java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CINEMA SEAT BOOKING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95160" cy="4617720"/>
          </a:xfrm>
          <a:prstGeom prst="round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6656832" cy="4297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400" b="0">
                <a:solidFill>
                  <a:srgbClr val="CEE8F4"/>
                </a:solidFill>
                <a:latin typeface="Consolas"/>
              </a:defRPr>
            </a:pPr>
            <a:r>
              <a:t>Scanner sc = new Scanner(System.in);_x000B__x000B_System.out.print("Enter movie name: ");_x000B_String movie = sc.nextLine();_x000B_System.out.print("Enter number of seats: ");_x000B_int seats = sc.nextInt();_x000B_double price = 180.0;_x000B_System.out.printf("Total: ₹%.2f%n", seats * price);</a:t>
            </a:r>
            <a:br/>
            <a:br/>
            <a:br/>
            <a:br/>
            <a:br/>
            <a:br/>
            <a:br/>
            <a:br/>
            <a:br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32DCBE"/>
                </a:solidFill>
                <a:latin typeface="Aptos"/>
              </a:defRPr>
            </a:pPr>
            <a:r>
              <a:t>ONLY THE 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154680" cy="36118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Scanner reads the customer’s choices.
•  String stores movie and customer names.
•  int stores seat numbers and ticket counts.
•  double stores ticket prices; printf formats the total.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SELECTION &amp;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CO2 — Conditions &amp; Loops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CINEMA SEAT BOOKING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95160" cy="4617720"/>
          </a:xfrm>
          <a:prstGeom prst="round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6656832" cy="4297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400" b="0">
                <a:solidFill>
                  <a:srgbClr val="CEE8F4"/>
                </a:solidFill>
                <a:latin typeface="Consolas"/>
              </a:defRPr>
            </a:pPr>
            <a:r>
              <a:t>if (seatAvailable) {_x000B_    seats[seatNumber] = true;_x000B_    System.out.println("Seat booked");_x000B_} else {_x000B_    System.out.println("Seat unavailable");_x000B_}_x000B__x000B_for (int i = 0; i &lt; ticketCount; i++) {_x000B_    // select each seat_x000B_}</a:t>
            </a:r>
            <a:br/>
            <a:br/>
            <a:br/>
            <a:br/>
            <a:br/>
            <a:br/>
            <a:br/>
            <a:br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32DCBE"/>
                </a:solidFill>
                <a:latin typeface="Aptos"/>
              </a:defRPr>
            </a:pPr>
            <a:r>
              <a:t>ONLY THE 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154680" cy="36118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if-else checks whether a seat is available.
•  for loops allow customers to select multiple seats.
•  while can repeat until a valid seat is entered.
•  Conditions prevent invalid or duplicate bookings.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REUSABLE CALCULATIONS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CO3 — Methods &amp; Arrays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CINEMA SEAT BOOKING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95160" cy="4617720"/>
          </a:xfrm>
          <a:prstGeom prst="round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6656832" cy="4297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CEE8F4"/>
                </a:solidFill>
                <a:latin typeface="Consolas"/>
              </a:defRPr>
            </a:pPr>
            <a:r>
              <a:t>static double calculateTotal(int[] seats,_x000B_                            double price) {_x000B_    return seats.length * price;_x000B_}_x000B__x000B_static boolean isSeatValid(int seat,_x000B_                           boolean[] booked) {_x000B_    return seat &gt;= 0 &amp;&amp; seat &lt; booked.length_x000B_           &amp;&amp; !booked[seat];_x000B_}</a:t>
            </a:r>
            <a:br/>
            <a:br/>
            <a:br/>
            <a:br/>
            <a:br/>
            <a:br/>
            <a:br/>
            <a:br/>
            <a:br/>
            <a:br/>
            <a:br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32DCBE"/>
                </a:solidFill>
                <a:latin typeface="Aptos"/>
              </a:defRPr>
            </a:pPr>
            <a:r>
              <a:t>ONLY THE 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154680" cy="36118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Arrays store seat availability for a show.
•  Methods calculate ticket totals and validate seats.
•  Reusable methods keep the program organised.
•  Array indexes help identify individual seats.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OBJECT-ORIENTED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CO4 — Classes, Objects &amp; Exceptions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CINEMA SEAT BOOKING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95160" cy="4617720"/>
          </a:xfrm>
          <a:prstGeom prst="round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6656832" cy="4297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CEE8F4"/>
                </a:solidFill>
                <a:latin typeface="Consolas"/>
              </a:defRPr>
            </a:pPr>
            <a:r>
              <a:t>static class Booking {_x000B_    private String customerName;_x000B_    private String movieName;_x000B_    private int seatNumber;_x000B__x000B_    Booking(String customerName,_x000B_            String movieName, int seatNumber) {_x000B_        this.customerName = customerName;_x000B_        this.movieName = movieName;_x000B_        this.seatNumber = seatNumber;_x000B_    }_x000B_}</a:t>
            </a:r>
            <a:br/>
            <a:br/>
            <a:br/>
            <a:br/>
            <a:br/>
            <a:br/>
            <a:br/>
            <a:br/>
            <a:br/>
            <a:br/>
            <a:br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32DCBE"/>
                </a:solidFill>
                <a:latin typeface="Aptos"/>
              </a:defRPr>
            </a:pPr>
            <a:r>
              <a:t>ONLY THE 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154680" cy="36118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Booking is a blueprint for one reservation.
•  The constructor initialises each booking object.
•  private fields demonstrate encapsulation.
•  try-catch can handle invalid booking input.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BOOKING RECORDS &amp; FILE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CO5 — Strings &amp; File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CINEMA SEAT BOOKING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95160" cy="4617720"/>
          </a:xfrm>
          <a:prstGeom prst="round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6656832" cy="4297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CEE8F4"/>
                </a:solidFill>
                <a:latin typeface="Consolas"/>
              </a:defRPr>
            </a:pPr>
            <a:r>
              <a:t>String line = customerName + ","_x000B_            + movieName + ","_x000B_            + seatNumber;_x000B_lines.add(line);_x000B__x000B_Files.write(Path.of("bookings.txt"), lines);_x000B__x000B_List&lt;String&gt; saved =_x000B_    Files.readAllLines(Path.of("bookings.txt"));</a:t>
            </a:r>
            <a:br/>
            <a:br/>
            <a:br/>
            <a:br/>
            <a:br/>
            <a:br/>
            <a:br/>
            <a:br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32DCBE"/>
                </a:solidFill>
                <a:latin typeface="Aptos"/>
              </a:defRPr>
            </a:pPr>
            <a:r>
              <a:t>ONLY THE 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154680" cy="36118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Strings combine customer, movie and seat details.
•  Files.write saves records in bookings.txt.
•  Files.readAllLines loads previous bookings.
•  split(",") separates fields when reading records.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SHOW &amp; SEAT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CO6 — Collections &amp; Streams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CINEMA SEAT BOOKING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95160" cy="4617720"/>
          </a:xfrm>
          <a:prstGeom prst="round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6656832" cy="4297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CEE8F4"/>
                </a:solidFill>
                <a:latin typeface="Consolas"/>
              </a:defRPr>
            </a:pPr>
            <a:r>
              <a:t>Map&lt;String, Long&gt; movieBookings =_x000B_    bookings.stream()_x000B_        .collect(Collectors.groupingBy(_x000B_            Booking::getMovieName,_x000B_            Collectors.counting()));_x000B__x000B_movieBookings.forEach((movie, count) -&gt;_x000B_    System.out.printf("%-15s : %d bookings%n",_x000B_                      movie, count));</a:t>
            </a:r>
            <a:br/>
            <a:br/>
            <a:br/>
            <a:br/>
            <a:br/>
            <a:br/>
            <a:br/>
            <a:br/>
            <a:br/>
            <a:br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32DCBE"/>
                </a:solidFill>
                <a:latin typeface="Aptos"/>
              </a:defRPr>
            </a:pPr>
            <a:r>
              <a:t>ONLY THE 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154680" cy="36118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ArrayList can store all Booking objects.
•  Map stores movie names and booking counts.
•  Streams process booking records neatly.
•  groupingBy and counting create a simple report.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SAMPLE BOOKING RECEIPT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Sample Output &amp; Seat Availability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CINEMA SEAT BOOKING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6766560" cy="4617720"/>
          </a:xfrm>
          <a:prstGeom prst="round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10512"/>
            <a:ext cx="6309360" cy="4114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400" b="0">
                <a:solidFill>
                  <a:srgbClr val="CEE8F4"/>
                </a:solidFill>
                <a:latin typeface="Consolas"/>
              </a:defRPr>
            </a:pPr>
            <a:r>
              <a:t>========== BOOKING RECEIPT ==========_x000B_Customer      : Lasya_x000B_Movie         : Example Movie_x000B_Showtime      : 6:30 PM_x000B_Seats         : A4, A5_x000B_Tickets       : 2_x000B_Price per seat: ₹180.00_x000B_Total Amount  : ₹360.00_x000B_Booking Status: CONFIRMED_x000B__x000B_--- SEAT STATUS ---_x000B_A1 A2 A3 [A4] [A5] A6 A7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80960" y="1554480"/>
            <a:ext cx="3840480" cy="4617720"/>
          </a:xfrm>
          <a:prstGeom prst="round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73568" y="1828800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FFC35A"/>
                </a:solidFill>
                <a:latin typeface="Aptos"/>
              </a:defRPr>
            </a:pPr>
            <a:r>
              <a:t>KEY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286000"/>
            <a:ext cx="3246120" cy="34747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The receipt shows movie and showtime details.
•  Selected seats are listed clearly.
•  The ticket total is calculated automatically.
•  Sample details are illustrative, not live bookings.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Workflow &amp;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CINEMA SEAT BOOKING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4944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6446520" cy="41605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1. Enter customer name, movie and showtime.
•  2. Display the seats available for that show.
•  3. Choose seat numbers and validate availability.
•  4. Calculate the total ticket price and confirm booking.
•  5. Save the booking and display the receipt.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FFC35A"/>
                </a:solidFill>
                <a:latin typeface="Aptos"/>
              </a:defRPr>
            </a:pPr>
            <a: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31720"/>
            <a:ext cx="3063240" cy="34290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Available seat selected: booking confirmed_x000B__x000B_• Already-booked seat: booking rejected_x000B__x000B_• Invalid seat number: user asked to try again_x000B__x000B_• Missing booking file: friendly message displayed</a:t>
            </a:r>
            <a:br/>
            <a:br/>
            <a:br/>
            <a:br/>
            <a:br/>
            <a:br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CINEMA SEAT BOOKING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4944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6446520" cy="41605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The project makes cinema seat booking simple and organised.
•  It applies Java concepts from CO1 to CO6 in one practical application.
•  Methods and arrays support seat selection and ticket calculations.
•  Classes model bookings, while file handling saves reservation details.
•  Future improvements may include online payments and a graphical seat map.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FFC35A"/>
                </a:solidFill>
                <a:latin typeface="Aptos"/>
              </a:defRPr>
            </a:pPr>
            <a:r>
              <a:t>KEY BENEFIT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31720"/>
            <a:ext cx="3063240" cy="34290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t>A simple way to select seats, avoid duplicate reservations and receive a clear booking summary.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5A413C-774D-D2CE-E5FB-B841F083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599" y="-53219"/>
            <a:ext cx="12293600" cy="696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864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E42AA-5BAF-A255-344A-7B0035A5F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4409D2-E523-1604-A22A-7BCC94925DDE}"/>
              </a:ext>
            </a:extLst>
          </p:cNvPr>
          <p:cNvSpPr txBox="1"/>
          <p:nvPr/>
        </p:nvSpPr>
        <p:spPr>
          <a:xfrm>
            <a:off x="594360" y="621792"/>
            <a:ext cx="10972800" cy="52629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rPr lang="en-IN" dirty="0"/>
              <a:t>GITHUB URL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76BC1C-5B9D-D655-D287-E78BC863FDD4}"/>
              </a:ext>
            </a:extLst>
          </p:cNvPr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9EAFF3-9DF2-88B8-BCDC-9EEBC01498EF}"/>
              </a:ext>
            </a:extLst>
          </p:cNvPr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CINEMA SEAT BOOKING • JAVA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36815F-C75D-D8A4-34FF-4B88429B8099}"/>
              </a:ext>
            </a:extLst>
          </p:cNvPr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F92E53-38FD-6D83-ED5C-2C6D529E95FA}"/>
              </a:ext>
            </a:extLst>
          </p:cNvPr>
          <p:cNvSpPr/>
          <p:nvPr/>
        </p:nvSpPr>
        <p:spPr>
          <a:xfrm>
            <a:off x="5034271" y="2821223"/>
            <a:ext cx="7285704" cy="3843707"/>
          </a:xfrm>
          <a:prstGeom prst="round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3186B8-080E-9260-E430-412800D54F8E}"/>
              </a:ext>
            </a:extLst>
          </p:cNvPr>
          <p:cNvSpPr txBox="1"/>
          <p:nvPr/>
        </p:nvSpPr>
        <p:spPr>
          <a:xfrm>
            <a:off x="8138160" y="2331720"/>
            <a:ext cx="3063240" cy="35702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709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594360"/>
            <a:ext cx="1828800" cy="1828800"/>
          </a:xfrm>
          <a:prstGeom prst="ellipse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29800" y="1828800"/>
            <a:ext cx="1188720" cy="1188720"/>
          </a:xfrm>
          <a:prstGeom prst="ellipse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366760" y="3246120"/>
            <a:ext cx="685800" cy="685800"/>
          </a:xfrm>
          <a:prstGeom prst="ellipse">
            <a:avLst/>
          </a:prstGeom>
          <a:solidFill>
            <a:srgbClr val="FFC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3931920"/>
            <a:ext cx="914400" cy="914400"/>
          </a:xfrm>
          <a:prstGeom prst="ellipse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685800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3600" b="1">
                <a:solidFill>
                  <a:srgbClr val="F5F8FC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685800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900" b="1">
                <a:solidFill>
                  <a:srgbClr val="32DCBE"/>
                </a:solidFill>
                <a:latin typeface="Aptos"/>
              </a:defRPr>
            </a:pPr>
            <a:r>
              <a:t>Questions &amp; feedback are welcome.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6583680" cy="109728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886200"/>
            <a:ext cx="6126480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K. Veneela Keerthi — 2620030599
Rushmitha — 2620030570</a:t>
            </a:r>
            <a:br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6263640"/>
            <a:ext cx="59436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900" b="1">
                <a:solidFill>
                  <a:srgbClr val="B2C2D6"/>
                </a:solidFill>
                <a:latin typeface="Aptos"/>
              </a:defRPr>
            </a:pPr>
            <a:r>
              <a:t>CINEMA SEAT BOOKING • JAVA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1391</Words>
  <Application>Microsoft Office PowerPoint</Application>
  <PresentationFormat>Widescreen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Veneela keerthi Reddy</cp:lastModifiedBy>
  <cp:revision>3</cp:revision>
  <dcterms:created xsi:type="dcterms:W3CDTF">2013-01-27T09:14:16Z</dcterms:created>
  <dcterms:modified xsi:type="dcterms:W3CDTF">2026-10-16T08:24:31Z</dcterms:modified>
  <cp:category/>
</cp:coreProperties>
</file>